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cf5c726d044c40" /><Relationship Type="http://schemas.openxmlformats.org/officeDocument/2006/relationships/extended-properties" Target="/docProps/app.xml" Id="R7a10281cdb5f4cf6" /><Relationship Type="http://schemas.openxmlformats.org/officeDocument/2006/relationships/officeDocument" Target="/ppt/presentation.xml" Id="Rfa831ee9f5964f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704859f73c4365"/>
  </p:sldMasterIdLst>
  <p:notesMasterIdLst>
    <p:notesMasterId xmlns:r="http://schemas.openxmlformats.org/officeDocument/2006/relationships" r:id="Rcd9fe6081eed430f"/>
  </p:notesMasterIdLst>
  <p:sldIdLst>
    <p:sldId xmlns:r="http://schemas.openxmlformats.org/officeDocument/2006/relationships" id="256" r:id="R3a5b258149204d57"/>
    <p:sldId xmlns:r="http://schemas.openxmlformats.org/officeDocument/2006/relationships" id="257" r:id="R387fc4b61fdf4bb5"/>
    <p:sldId xmlns:r="http://schemas.openxmlformats.org/officeDocument/2006/relationships" id="258" r:id="R59ff3c1d5bbe4bfa"/>
    <p:sldId xmlns:r="http://schemas.openxmlformats.org/officeDocument/2006/relationships" id="259" r:id="R45981d66616a47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55431651f148cf" /><Relationship Type="http://schemas.openxmlformats.org/officeDocument/2006/relationships/slideMaster" Target="/ppt/slideMasters/slideMaster1.xml" Id="Rb8704859f73c4365" /><Relationship Type="http://schemas.openxmlformats.org/officeDocument/2006/relationships/notesMaster" Target="/ppt/notesMasters/notesMaster1.xml" Id="Rcd9fe6081eed430f" /><Relationship Type="http://schemas.openxmlformats.org/officeDocument/2006/relationships/presProps" Target="/ppt/presProps.xml" Id="Rba02a34a762a4da8" /><Relationship Type="http://schemas.openxmlformats.org/officeDocument/2006/relationships/tableStyles" Target="/ppt/tableStyles.xml" Id="Rfb18aed5e39e4f3c" /><Relationship Type="http://schemas.openxmlformats.org/officeDocument/2006/relationships/slide" Target="/ppt/slides/slide1.xml" Id="R3a5b258149204d57" /><Relationship Type="http://schemas.openxmlformats.org/officeDocument/2006/relationships/slide" Target="/ppt/slides/slide2.xml" Id="R387fc4b61fdf4bb5" /><Relationship Type="http://schemas.openxmlformats.org/officeDocument/2006/relationships/slide" Target="/ppt/slides/slide3.xml" Id="R59ff3c1d5bbe4bfa" /><Relationship Type="http://schemas.openxmlformats.org/officeDocument/2006/relationships/slide" Target="/ppt/slides/slide4.xml" Id="R45981d66616a47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cd4ddc9d144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a877538fad4989" /><Relationship Type="http://schemas.openxmlformats.org/officeDocument/2006/relationships/notesMaster" Target="/ppt/notesMasters/notesMaster1.xml" Id="R845644fbb43641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d09b7865ed443d" /><Relationship Type="http://schemas.openxmlformats.org/officeDocument/2006/relationships/notesMaster" Target="/ppt/notesMasters/notesMaster1.xml" Id="R9afbb09295ee49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dd19e063b14391" /><Relationship Type="http://schemas.openxmlformats.org/officeDocument/2006/relationships/notesMaster" Target="/ppt/notesMasters/notesMaster1.xml" Id="Rf47159435a3d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79aeee643a47b1" /><Relationship Type="http://schemas.openxmlformats.org/officeDocument/2006/relationships/notesMaster" Target="/ppt/notesMasters/notesMaster1.xml" Id="R55549eed769845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サンプル企業の提案資料。サイト画面はscripts/proposal-samples/site.htmlを撮影した現状・改善案。写真出典: Craig Lovelidge https://unsplash.com/photos/bV5dFLEYecM / Slidebean https://unsplash.com/photos/6MtJ-y1hzTs。実在の受注実績ではない。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サンプル企業の提案資料。サイト画面はscripts/proposal-samples/site.htmlを撮影した現状・改善案。写真出典: Craig Lovelidge https://unsplash.com/photos/bV5dFLEYecM / Slidebean https://unsplash.com/photos/6MtJ-y1hzTs。実在の受注実績ではない。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サンプル企業の提案資料。サイト画面はscripts/proposal-samples/site.htmlを撮影した現状・改善案。写真出典: Craig Lovelidge https://unsplash.com/photos/bV5dFLEYecM / Slidebean https://unsplash.com/photos/6MtJ-y1hzTs。実在の受注実績ではない。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概算は過去の見積一覧 E-01 90,000円、E-03 40,000円、E-06 45,000円の合計175,000円（税別）。既存デザイン・既存フォーム・事例テンプレートを使用し、原稿・写真支給と仮定。サンプルデータ。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fcbea49324e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5580f85fe47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0a54889bc4c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57bf850084d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d2bb632564a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6f9e2c94f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D59C45-C4BF-43A8-B6FF-242A68505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7D75CD-304D-43F7-8CAC-9E8B05CB1C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9224BC-FF3C-4E59-A79C-E974B7802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7BE3C1-815F-4553-8CEF-99B528C72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D15D19-3CB7-4DE1-B5FD-4BC182D384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13E2AD-524F-407F-93EE-64C5716E7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67B41B-23F3-4949-AB1F-6349F3B0B8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F35B8F-9674-4A24-9CAC-5F67CD8BD7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9A6352-CEA7-4BE5-9700-88073172D2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4A906C-4A56-499F-A6A0-326B2FE0E2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9be454f6d448b3" /><Relationship Type="http://schemas.openxmlformats.org/officeDocument/2006/relationships/slideLayout" Target="/ppt/slideLayouts/slideLayout1.xml" Id="R3405dbbf68ca481a" /><Relationship Type="http://schemas.openxmlformats.org/officeDocument/2006/relationships/slideLayout" Target="/ppt/slideLayouts/slideLayout2.xml" Id="R240cb922df4845dc" /><Relationship Type="http://schemas.openxmlformats.org/officeDocument/2006/relationships/slideLayout" Target="/ppt/slideLayouts/slideLayout3.xml" Id="Ra655593803c24b50" /><Relationship Type="http://schemas.openxmlformats.org/officeDocument/2006/relationships/slideLayout" Target="/ppt/slideLayouts/slideLayout4.xml" Id="R11039a8a593d44ef" /><Relationship Type="http://schemas.openxmlformats.org/officeDocument/2006/relationships/slideLayout" Target="/ppt/slideLayouts/slideLayout5.xml" Id="R2fd6b9ff2a2d43a4" /><Relationship Type="http://schemas.openxmlformats.org/officeDocument/2006/relationships/slideLayout" Target="/ppt/slideLayouts/slideLayout6.xml" Id="R91cfbc5c12d84d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05dbbf68ca481a"/>
    <p:sldLayoutId xmlns:r="http://schemas.openxmlformats.org/officeDocument/2006/relationships" id="2147483650" r:id="R240cb922df4845dc"/>
    <p:sldLayoutId xmlns:r="http://schemas.openxmlformats.org/officeDocument/2006/relationships" id="2147483651" r:id="Ra655593803c24b50"/>
    <p:sldLayoutId xmlns:r="http://schemas.openxmlformats.org/officeDocument/2006/relationships" id="2147483652" r:id="R11039a8a593d44ef"/>
    <p:sldLayoutId xmlns:r="http://schemas.openxmlformats.org/officeDocument/2006/relationships" id="2147483653" r:id="R2fd6b9ff2a2d43a4"/>
    <p:sldLayoutId xmlns:r="http://schemas.openxmlformats.org/officeDocument/2006/relationships" id="2147483654" r:id="R91cfbc5c12d84d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8b0ccd1cf4593" /><Relationship Type="http://schemas.openxmlformats.org/officeDocument/2006/relationships/image" Target="/ppt/media/image.jpeg" Id="Rc031cfc09cdb49e8" /><Relationship Type="http://schemas.openxmlformats.org/officeDocument/2006/relationships/image" Target="/ppt/media/image2.jpeg" Id="R9990cdb6a3954cec" /><Relationship Type="http://schemas.openxmlformats.org/officeDocument/2006/relationships/notesSlide" Target="/ppt/notesSlides/notesSlide1.xml" Id="Re3a8aa7e6f144b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0de9cf94c4f66" /><Relationship Type="http://schemas.openxmlformats.org/officeDocument/2006/relationships/image" Target="/ppt/media/image3.jpeg" Id="Rfb1306a51c1f4e68" /><Relationship Type="http://schemas.openxmlformats.org/officeDocument/2006/relationships/image" Target="/ppt/media/image4.jpeg" Id="R96870748bb8c4103" /><Relationship Type="http://schemas.openxmlformats.org/officeDocument/2006/relationships/notesSlide" Target="/ppt/notesSlides/notesSlide2.xml" Id="R22f03f6dbe1a4e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4caa3cbfab4f7a" /><Relationship Type="http://schemas.openxmlformats.org/officeDocument/2006/relationships/image" Target="/ppt/media/image5.jpeg" Id="R4f552ac47191451b" /><Relationship Type="http://schemas.openxmlformats.org/officeDocument/2006/relationships/image" Target="/ppt/media/image6.jpeg" Id="Rb167a3771e8e4af2" /><Relationship Type="http://schemas.openxmlformats.org/officeDocument/2006/relationships/notesSlide" Target="/ppt/notesSlides/notesSlide3.xml" Id="Rc06424f00e2f42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35fffab3047b5" /><Relationship Type="http://schemas.openxmlformats.org/officeDocument/2006/relationships/notesSlide" Target="/ppt/notesSlides/notesSlide4.xml" Id="R54e8b1999fd542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E9559-F49E-4D25-8594-5C1D0BE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MIDORI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2136B-7C59-4180-8AD8-C12EB70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"/>
            <a:ext cx="594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あおば商事様　Webサイト改修のご提案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59779-8F9F-4EEF-ACBE-A530F4C4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スマホで読みやすいページに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701B0-27B1-4ED5-9845-DCA9D58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あおば商事様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27B9F-D58A-4340-B8AE-2AABBD1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1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6FD3D-F0D1-45FB-B6A1-E64F776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rPr>
              <a:t>現状の課題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77054-DC4B-4630-92FB-471F6E359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1cfc09cdb49e8"/>
          <a:stretch xmlns:a="http://schemas.openxmlformats.org/drawingml/2006/main"/>
        </p:blipFill>
        <p:spPr>
          <a:xfrm xmlns:a="http://schemas.openxmlformats.org/drawingml/2006/main">
            <a:off x="2123895" y="1885950"/>
            <a:ext cx="1962509" cy="266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21230-9ED2-458B-9922-DFA916D0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PC向けのページが縮小され、文字やメニューが小さくなっています。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28575-DA6C-498F-BA9F-4FE163E8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ご提案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0B03E-458F-4098-9CC2-3B5EBC6AB5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0cdb6a3954cec"/>
          <a:stretch xmlns:a="http://schemas.openxmlformats.org/drawingml/2006/main"/>
        </p:blipFill>
        <p:spPr>
          <a:xfrm xmlns:a="http://schemas.openxmlformats.org/drawingml/2006/main">
            <a:off x="7915095" y="1885950"/>
            <a:ext cx="1962509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4CA6E-8364-432C-9B09-61A27217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文字を読みやすい大きさにし、事業紹介を縦1列に並べ直します。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C87DE-DFE6-4884-A8AD-2EBD6124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トップ・サービス・事例一覧の3ページを調整します。</a:t>
            </a:r>
          </a:p>
        </p:txBody>
      </p:sp>
    </p:spTree>
    <p:extLst>
      <p:ext uri="{BB962C8B-B14F-4D97-AF65-F5344CB8AC3E}">
        <p14:creationId xmlns:p14="http://schemas.microsoft.com/office/powerpoint/2010/main" val="2016285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69953-2BD6-446D-AAB5-1DDE0D72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MIDORI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13E66-EF4E-4318-81B2-FC5B146F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"/>
            <a:ext cx="594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あおば商事様　Webサイト改修のご提案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35AD1-55F1-4C6F-BECC-205B15D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サービスを読んだその場で相談できる入口に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A3DD4-3A69-4522-88FC-AECB9D9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あおば商事様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F919D-C013-42F6-9026-37D27CB5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2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6A16F-7BBD-4729-A443-6A2475FE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rPr>
              <a:t>現状の課題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C8374-C6B4-493C-9D3E-060CC7BF0C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306a51c1f4e68"/>
          <a:stretch xmlns:a="http://schemas.openxmlformats.org/drawingml/2006/main"/>
        </p:blipFill>
        <p:spPr>
          <a:xfrm xmlns:a="http://schemas.openxmlformats.org/drawingml/2006/main">
            <a:off x="954344" y="1885950"/>
            <a:ext cx="4301613" cy="266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DC49E-4798-44CF-96F8-EBA6B7A1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問い合わせ先は最下部の小さなリンクにあり、説明を読んだあと探し直す必要があります。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CF5BA-3B30-480E-A92F-D3CBBBA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ご提案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73D9C-0BE3-4BA2-AA2E-1560C7A96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70748bb8c4103"/>
          <a:stretch xmlns:a="http://schemas.openxmlformats.org/drawingml/2006/main"/>
        </p:blipFill>
        <p:spPr>
          <a:xfrm xmlns:a="http://schemas.openxmlformats.org/drawingml/2006/main">
            <a:off x="6745544" y="1885950"/>
            <a:ext cx="4301613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F5A45-4BFF-4D96-AFE9-360F5013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ヘッダーとサービス説明の直後に、問い合わせボタンを設置します。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3C493-B391-4369-8AB4-A2DF5279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共通ヘッダー・サービス末尾のボタン設置と、既存フォームの項目調整を行います。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74456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14698-294A-4320-BE9D-D4EBFEA7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MIDORI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1F406-EFA7-4073-912D-97A939B6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"/>
            <a:ext cx="594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あおば商事様　Webサイト改修のご提案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49DA7-4DE5-4CEF-983B-5E1AC405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最近の3事例で、対応できる仕事を伝える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0DEC2-28A6-4A78-9F9C-02E70F0D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あおば商事様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6F963-4263-4387-9ED3-AE758CB7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3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1FDFB-F28D-4E5A-8CA5-DF811E89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rPr>
              <a:t>現状の課題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144E9-B8BF-4D76-84C9-7D2757258D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52ac47191451b"/>
          <a:stretch xmlns:a="http://schemas.openxmlformats.org/drawingml/2006/main"/>
        </p:blipFill>
        <p:spPr>
          <a:xfrm xmlns:a="http://schemas.openxmlformats.org/drawingml/2006/main">
            <a:off x="954344" y="1885950"/>
            <a:ext cx="4301613" cy="266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3520A-04F7-445D-B796-9EBD5D3B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古い納品報告だけでは、今どんな仕事を頼めるか判断しにくい状態です。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48DD6-6569-473E-BF09-B6F51D94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ご提案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40124-F06E-43B3-BA8B-B7960A0EB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7a3771e8e4af2"/>
          <a:stretch xmlns:a="http://schemas.openxmlformats.org/drawingml/2006/main"/>
        </p:blipFill>
        <p:spPr>
          <a:xfrm xmlns:a="http://schemas.openxmlformats.org/drawingml/2006/main">
            <a:off x="6745544" y="1885950"/>
            <a:ext cx="4301613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B1A16-D2F4-458C-87A2-B8978745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写真・相談内容・対応内容をまとめ、近い相談を見つけやすくします。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331AA-F8E8-4A1A-A355-C9D40A1A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既存テンプレートに3件を追加し、一覧を更新します。原稿・写真はご支給をお願いします。</a:t>
            </a:r>
          </a:p>
        </p:txBody>
      </p:sp>
    </p:spTree>
    <p:extLst>
      <p:ext uri="{BB962C8B-B14F-4D97-AF65-F5344CB8AC3E}">
        <p14:creationId xmlns:p14="http://schemas.microsoft.com/office/powerpoint/2010/main" val="897819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73CCE-2E68-4B56-A6F8-B850D6E8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MIDORI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5A526-F22C-4810-85C8-17F802B6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"/>
            <a:ext cx="594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あおば商事様　Webサイト改修のご提案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3A0F9-4211-4F9E-BEB0-88B3AC8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概算お見積もり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75C3F-4492-4651-8C6E-2474E05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あおば商事様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E4E67-611A-4124-A7E5-4153C0C9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4 / 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79318-594A-4CE6-829E-F124F227B196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0"/>
                <a:gridCol w="1619250"/>
                <a:gridCol w="2362200"/>
              </a:tblGrid>
              <a:tr h="571500"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対応内容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1DD"/>
                      </a:solidFill>
                      <a:prstDash val="solid"/>
                    </a:lnL>
                    <a:lnR w="9525">
                      <a:solidFill>
                        <a:srgbClr val="D7E1DD"/>
                      </a:solidFill>
                      <a:prstDash val="solid"/>
                    </a:lnR>
                    <a:lnT w="9525">
                      <a:solidFill>
                        <a:srgbClr val="D7E1DD"/>
                      </a:solidFill>
                      <a:prstDash val="solid"/>
                    </a:lnT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315D50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T w="9525">
                      <a:solidFill>
                        <a:srgbClr val="D7E1DD"/>
                      </a:solidFill>
                      <a:prstDash val="solid"/>
                    </a:lnT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315D50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金額（円・税別）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T w="9525">
                      <a:solidFill>
                        <a:srgbClr val="D7E1DD"/>
                      </a:solidFill>
                      <a:prstDash val="solid"/>
                    </a:lnT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315D50"/>
                    </a:solidFill>
                  </a:tcPr>
                </a:tc>
              </a:tr>
              <a:tr h="571500"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スマホ表示の改修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1DD"/>
                      </a:solidFill>
                      <a:prstDash val="solid"/>
                    </a:lnL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3ページ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r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問い合わせ導線・既存フォームの調整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1DD"/>
                      </a:solidFill>
                      <a:prstDash val="solid"/>
                    </a:lnL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r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導入事例の追加・一覧更新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1DD"/>
                      </a:solidFill>
                      <a:prstDash val="solid"/>
                    </a:lnL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r"/>
                      <a:r>
                        <a:rPr sz="1800" b="0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52400" tIns="152400" rIns="152400" bIns="152400"/>
                    <a:lstStyle/>
                    <a:p>
                      <a:pPr algn="l"/>
                      <a:r>
                        <a:rPr sz="1800" b="1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1DD"/>
                      </a:solidFill>
                      <a:prstDash val="solid"/>
                    </a:lnL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pPr algn="r"/>
                      <a:r>
                        <a:rPr sz="1800" b="1">
                          <a:solidFill>
                            <a:srgbClr val="2038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175,000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1DD"/>
                      </a:solidFill>
                      <a:prstDash val="solid"/>
                    </a:lnR>
                    <a:lnB w="9525">
                      <a:solidFill>
                        <a:srgbClr val="D7E1DD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5F49E-5ACA-4341-824F-89A4E167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お見積もりの前提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F42BA-A048-4EBF-8B03-20513ABA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既存のデザイン・フォーム・事例テンプレートを使用します。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3A273-B7C4-4595-B820-C5E48D65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掲載する原稿・写真はご支給いただく前提です。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0F49C-5D96-46F4-B9DF-0C14091C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対象ページと仕様を確認したうえで正式なお見積もりをご案内します。</a:t>
            </a:r>
          </a:p>
        </p:txBody>
      </p:sp>
    </p:spTree>
    <p:extLst>
      <p:ext uri="{BB962C8B-B14F-4D97-AF65-F5344CB8AC3E}">
        <p14:creationId xmlns:p14="http://schemas.microsoft.com/office/powerpoint/2010/main" val="7761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2026-10-23T00:07:02.6180000Z</dcterms:created>
  <dcterms:modified xsi:type="dcterms:W3CDTF">2026-10-23T00:07:02.6180000Z</dcterms:modified>
</coreProperties>
</file>