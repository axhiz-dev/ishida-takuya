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ae9affbb145db" /><Relationship Type="http://schemas.openxmlformats.org/officeDocument/2006/relationships/extended-properties" Target="/docProps/app.xml" Id="R7a7e2ef4886e441e" /><Relationship Type="http://schemas.openxmlformats.org/officeDocument/2006/relationships/officeDocument" Target="/ppt/presentation.xml" Id="R2b8cf01e488649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66eee04fdd4e61"/>
  </p:sldMasterIdLst>
  <p:notesMasterIdLst>
    <p:notesMasterId xmlns:r="http://schemas.openxmlformats.org/officeDocument/2006/relationships" r:id="R1843d2f9417d47c2"/>
  </p:notesMasterIdLst>
  <p:sldIdLst>
    <p:sldId xmlns:r="http://schemas.openxmlformats.org/officeDocument/2006/relationships" id="256" r:id="R6f93a3927e964013"/>
    <p:sldId xmlns:r="http://schemas.openxmlformats.org/officeDocument/2006/relationships" id="257" r:id="R4b3ce4ce614d423a"/>
    <p:sldId xmlns:r="http://schemas.openxmlformats.org/officeDocument/2006/relationships" id="258" r:id="Rc19ca1b37b3344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d6c0e49690476f" /><Relationship Type="http://schemas.openxmlformats.org/officeDocument/2006/relationships/slideMaster" Target="/ppt/slideMasters/slideMaster1.xml" Id="R0966eee04fdd4e61" /><Relationship Type="http://schemas.openxmlformats.org/officeDocument/2006/relationships/notesMaster" Target="/ppt/notesMasters/notesMaster1.xml" Id="R1843d2f9417d47c2" /><Relationship Type="http://schemas.openxmlformats.org/officeDocument/2006/relationships/presProps" Target="/ppt/presProps.xml" Id="R5e132e150a024d7d" /><Relationship Type="http://schemas.openxmlformats.org/officeDocument/2006/relationships/tableStyles" Target="/ppt/tableStyles.xml" Id="R19bed6d3d089427a" /><Relationship Type="http://schemas.openxmlformats.org/officeDocument/2006/relationships/slide" Target="/ppt/slides/slide1.xml" Id="R6f93a3927e964013" /><Relationship Type="http://schemas.openxmlformats.org/officeDocument/2006/relationships/slide" Target="/ppt/slides/slide2.xml" Id="R4b3ce4ce614d423a" /><Relationship Type="http://schemas.openxmlformats.org/officeDocument/2006/relationships/slide" Target="/ppt/slides/slide3.xml" Id="Rc19ca1b37b3344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8b2d7ca2be44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d403481a84afc" /><Relationship Type="http://schemas.openxmlformats.org/officeDocument/2006/relationships/notesMaster" Target="/ppt/notesMasters/notesMaster1.xml" Id="R5b0a91d5ec94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c1bdefcc3b4f90" /><Relationship Type="http://schemas.openxmlformats.org/officeDocument/2006/relationships/notesMaster" Target="/ppt/notesMasters/notesMaster1.xml" Id="Rdf8f86da3221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cad5691fca42aa" /><Relationship Type="http://schemas.openxmlformats.org/officeDocument/2006/relationships/notesMaster" Target="/ppt/notesMasters/notesMaster1.xml" Id="R35ca337500e242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サンプル企業の提案資料。サイト画面はscripts/proposal-samples/site.htmlを撮影した現状・改善案。写真出典: Craig Lovelidge https://unsplash.com/photos/bV5dFLEYecM / Slidebean https://unsplash.com/photos/6MtJ-y1hzTs。実在の受注実績ではない。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サンプル企業の提案資料。サイト画面はscripts/proposal-samples/site.htmlを撮影した現状・改善案。写真出典: Craig Lovelidge https://unsplash.com/photos/bV5dFLEYecM / Slidebean https://unsplash.com/photos/6MtJ-y1hzTs。実在の受注実績ではない。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サンプル企業の提案資料。サイト画面はscripts/proposal-samples/site.htmlを撮影した現状・改善案。写真出典: Craig Lovelidge https://unsplash.com/photos/bV5dFLEYecM / Slidebean https://unsplash.com/photos/6MtJ-y1hzTs。実在の受注実績ではない。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00e11af0847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6f3ae22a045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a16d959e84e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4a6620d214d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cbd27256641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3e07e526549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0A59FE-E355-4164-9263-3D3A58D55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6B13ED9-659A-4FBA-9798-137BB6D10C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E8C46D-279A-4B32-80FF-F9DC572D9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62367C-EFE3-47BE-94AE-C669757250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E6F6149-8AD3-475D-AC53-CABA401D99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1AB1DF0-B82A-4227-8D90-8F52662A32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A838B8-8EE5-463F-B80A-5DCCC411C0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0A929F-9857-473F-93C9-FB77C4B74A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538BF9-A2F2-4254-A063-DA44F7239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B60FD2-0918-4B43-9E21-D666C6EB2E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f6cc9eba5f4010" /><Relationship Type="http://schemas.openxmlformats.org/officeDocument/2006/relationships/slideLayout" Target="/ppt/slideLayouts/slideLayout1.xml" Id="R59ac7bfdb42341b2" /><Relationship Type="http://schemas.openxmlformats.org/officeDocument/2006/relationships/slideLayout" Target="/ppt/slideLayouts/slideLayout2.xml" Id="Re8453d3b0fb8426d" /><Relationship Type="http://schemas.openxmlformats.org/officeDocument/2006/relationships/slideLayout" Target="/ppt/slideLayouts/slideLayout3.xml" Id="R67a7433d9b3b4cd3" /><Relationship Type="http://schemas.openxmlformats.org/officeDocument/2006/relationships/slideLayout" Target="/ppt/slideLayouts/slideLayout4.xml" Id="R71475c1dfaf04e4e" /><Relationship Type="http://schemas.openxmlformats.org/officeDocument/2006/relationships/slideLayout" Target="/ppt/slideLayouts/slideLayout5.xml" Id="Raadd36ac7e834eeb" /><Relationship Type="http://schemas.openxmlformats.org/officeDocument/2006/relationships/slideLayout" Target="/ppt/slideLayouts/slideLayout6.xml" Id="R4a28ed1456a0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ac7bfdb42341b2"/>
    <p:sldLayoutId xmlns:r="http://schemas.openxmlformats.org/officeDocument/2006/relationships" id="2147483650" r:id="Re8453d3b0fb8426d"/>
    <p:sldLayoutId xmlns:r="http://schemas.openxmlformats.org/officeDocument/2006/relationships" id="2147483651" r:id="R67a7433d9b3b4cd3"/>
    <p:sldLayoutId xmlns:r="http://schemas.openxmlformats.org/officeDocument/2006/relationships" id="2147483652" r:id="R71475c1dfaf04e4e"/>
    <p:sldLayoutId xmlns:r="http://schemas.openxmlformats.org/officeDocument/2006/relationships" id="2147483653" r:id="Raadd36ac7e834eeb"/>
    <p:sldLayoutId xmlns:r="http://schemas.openxmlformats.org/officeDocument/2006/relationships" id="2147483654" r:id="R4a28ed1456a0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ec66c43294582" /><Relationship Type="http://schemas.openxmlformats.org/officeDocument/2006/relationships/image" Target="/ppt/media/image.jpeg" Id="R473693c724354ec7" /><Relationship Type="http://schemas.openxmlformats.org/officeDocument/2006/relationships/image" Target="/ppt/media/image2.jpeg" Id="Rd230a2bd00da4e22" /><Relationship Type="http://schemas.openxmlformats.org/officeDocument/2006/relationships/notesSlide" Target="/ppt/notesSlides/notesSlide1.xml" Id="R77c6fc5fc5dd4e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525abf374d411b" /><Relationship Type="http://schemas.openxmlformats.org/officeDocument/2006/relationships/image" Target="/ppt/media/image3.jpeg" Id="R0641e71430ae4a99" /><Relationship Type="http://schemas.openxmlformats.org/officeDocument/2006/relationships/image" Target="/ppt/media/image4.jpeg" Id="Rcc6d9645d4854d12" /><Relationship Type="http://schemas.openxmlformats.org/officeDocument/2006/relationships/notesSlide" Target="/ppt/notesSlides/notesSlide2.xml" Id="R7bd1da97386d46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ecb7e9c5a46a4" /><Relationship Type="http://schemas.openxmlformats.org/officeDocument/2006/relationships/image" Target="/ppt/media/image5.jpeg" Id="R99758bca2cff4bd0" /><Relationship Type="http://schemas.openxmlformats.org/officeDocument/2006/relationships/image" Target="/ppt/media/image6.jpeg" Id="Rfd62ba471f35466b" /><Relationship Type="http://schemas.openxmlformats.org/officeDocument/2006/relationships/notesSlide" Target="/ppt/notesSlides/notesSlide3.xml" Id="R2b62242b386549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DE07A-3D97-4850-B48D-E5E90D17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MIDORI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B56AE-62D1-43EF-8C67-77EE2FEB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こはるオフィス様　Webサイト改修のご提案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E85FC-EA1C-4778-B5F5-83715F0B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移転サービスの内容を、スマホでも読みやすく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93793-C9A1-4A00-9AE9-89BAFC9F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こはるオフィス様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5210A-F32B-4F4C-B553-3ABCB6F7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1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E2117-2D7F-4F59-AEAD-8E9DC8EB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rPr>
              <a:t>現状の課題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DBCA9-45D1-4FAA-9560-598161BD3B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693c724354ec7"/>
          <a:stretch xmlns:a="http://schemas.openxmlformats.org/drawingml/2006/main"/>
        </p:blipFill>
        <p:spPr>
          <a:xfrm xmlns:a="http://schemas.openxmlformats.org/drawingml/2006/main">
            <a:off x="2123895" y="1885950"/>
            <a:ext cx="1962509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FF3DB-5F25-47C4-A699-C86B29E1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スマホでもPCと同じ幅で表示され、サービスの説明が小さくなっています。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F811D-E7D9-4E30-9B16-4DF6521D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ご提案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59908-C3AE-4764-8BCC-E8C1992124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30a2bd00da4e22"/>
          <a:stretch xmlns:a="http://schemas.openxmlformats.org/drawingml/2006/main"/>
        </p:blipFill>
        <p:spPr>
          <a:xfrm xmlns:a="http://schemas.openxmlformats.org/drawingml/2006/main">
            <a:off x="7915095" y="1885950"/>
            <a:ext cx="1962509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4B88C-2B10-4A2C-8EF0-4A324D9B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スマホでは文章と画像を縦に並べ、移転・レイアウト・設置の対応範囲を読みやすく整理します。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12797-5B4B-4705-8EF8-6598CB55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本文16pxを基準に、見出しと本文の差を明確にする。</a:t>
            </a:r>
          </a:p>
        </p:txBody>
      </p:sp>
    </p:spTree>
    <p:extLst>
      <p:ext uri="{BB962C8B-B14F-4D97-AF65-F5344CB8AC3E}">
        <p14:creationId xmlns:p14="http://schemas.microsoft.com/office/powerpoint/2010/main" val="1734771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EDB9A-CC38-42CB-B301-CEEE112A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MIDORI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8C12C-9E5B-44C4-991F-F0479D11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こはるオフィス様　Webサイト改修のご提案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F2906-B901-4B2D-94F7-F285627C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移転の相談へ進める入口を、説明のすぐ下に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8C364-EE49-4EC1-87B7-F54DBB6E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こはるオフィス様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085904-637C-4B39-90DE-77C5E916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2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EC789-6B16-4236-90B9-1B915401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rPr>
              <a:t>現状の課題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599A9-4D09-4330-9A88-8EECAE32AD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1e71430ae4a99"/>
          <a:stretch xmlns:a="http://schemas.openxmlformats.org/drawingml/2006/main"/>
        </p:blipFill>
        <p:spPr>
          <a:xfrm xmlns:a="http://schemas.openxmlformats.org/drawingml/2006/main">
            <a:off x="9543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56F84-AAD7-4DB9-8F6B-E2A5AA32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サービスページの末尾は「担当者へお問い合わせください」の文章だけです。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A47C61-CF95-4E03-859D-13BCAC3E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ご提案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A6D8C-A41F-4AB7-BEDA-DDACD912F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d9645d4854d12"/>
          <a:stretch xmlns:a="http://schemas.openxmlformats.org/drawingml/2006/main"/>
        </p:blipFill>
        <p:spPr>
          <a:xfrm xmlns:a="http://schemas.openxmlformats.org/drawingml/2006/main">
            <a:off x="67455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B7114-96D4-4C5E-8E9A-B812D218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ページ末尾に専用の相談ボタンを設けます。「図面がなくても相談できる」と添え、初期検討の段階でも連絡できることを伝えます。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32F0D-5B20-4A66-9BB8-AD5FF07B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ヘッダーとサービス説明の末尾から、同じフォームへ誘導。</a:t>
            </a:r>
          </a:p>
        </p:txBody>
      </p:sp>
    </p:spTree>
    <p:extLst>
      <p:ext uri="{BB962C8B-B14F-4D97-AF65-F5344CB8AC3E}">
        <p14:creationId xmlns:p14="http://schemas.microsoft.com/office/powerpoint/2010/main" val="63866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6811A9-6741-49C7-92B3-DE128A32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MIDORI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61FD0-61D8-4A1A-97E1-791C6730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"/>
            <a:ext cx="594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こはるオフィス様　Webサイト改修のご提案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24F81-E813-40AF-8451-CD502BBA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71525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移転後の様子が分かる2事例を掲載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0F35A4-A589-4E57-9FE6-AAFDBD35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こはるオフィス様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C1424-22F9-4AC0-B7A7-13D1E12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68777D"/>
                </a:solidFill>
                <a:latin typeface="Noto Sans JP"/>
                <a:ea typeface="Noto Sans JP"/>
                <a:cs typeface="Noto Sans JP"/>
              </a:rPr>
              <a:t>3 /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BBE30-B217-4A62-A8ED-7730C347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765949"/>
                </a:solidFill>
                <a:latin typeface="Noto Sans JP"/>
                <a:ea typeface="Noto Sans JP"/>
                <a:cs typeface="Noto Sans JP"/>
              </a:rPr>
              <a:t>現状の課題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DCAFD-7B01-4CA5-9E2A-1A5EC909F8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58bca2cff4bd0"/>
          <a:stretch xmlns:a="http://schemas.openxmlformats.org/drawingml/2006/main"/>
        </p:blipFill>
        <p:spPr>
          <a:xfrm xmlns:a="http://schemas.openxmlformats.org/drawingml/2006/main">
            <a:off x="9543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64743-77DC-49CA-AA78-37E4240C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古い納品報告だけでは、レイアウト相談まで対応していることが伝わりません。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87C5B-D83C-42F3-A090-BD025C2F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9542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ご提案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AF16B-4D49-4F50-8C89-B65FCF2633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2ba471f35466b"/>
          <a:stretch xmlns:a="http://schemas.openxmlformats.org/drawingml/2006/main"/>
        </p:blipFill>
        <p:spPr>
          <a:xfrm xmlns:a="http://schemas.openxmlformats.org/drawingml/2006/main">
            <a:off x="6745544" y="1885950"/>
            <a:ext cx="4301613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1842F-DF71-421F-837E-6FFEE28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0">
                <a:solidFill>
                  <a:srgbClr val="20384D"/>
                </a:solidFill>
                <a:latin typeface="Noto Sans JP"/>
                <a:ea typeface="Noto Sans JP"/>
                <a:cs typeface="Noto Sans JP"/>
              </a:rPr>
              <a:t>執務スペースと会議室の2事例を、写真と相談の背景を添えて紹介します。納品した物だけでなく、対応した内容を説明します。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759199-7252-4359-9D32-35EA6591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defPPr>
            <a:lvl1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1pPr>
            <a:lvl2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2pPr>
            <a:lvl3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3pPr>
            <a:lvl4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4pPr>
            <a:lvl5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5pPr>
            <a:lvl6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6pPr>
            <a:lvl7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7pPr>
            <a:lvl8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8pPr>
            <a:lvl9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315D50"/>
                </a:solidFill>
                <a:latin typeface="Noto Sans JP"/>
                <a:ea typeface="Noto Sans JP"/>
                <a:cs typeface="Noto Sans JP"/>
              </a:rPr>
              <a:t>写真・対象人数・相談内容を、同じ項目で整理。</a:t>
            </a:r>
          </a:p>
        </p:txBody>
      </p:sp>
    </p:spTree>
    <p:extLst>
      <p:ext uri="{BB962C8B-B14F-4D97-AF65-F5344CB8AC3E}">
        <p14:creationId xmlns:p14="http://schemas.microsoft.com/office/powerpoint/2010/main" val="43893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2026-10-23T00:07:05.5880000Z</dcterms:created>
  <dcterms:modified xsi:type="dcterms:W3CDTF">2026-10-23T00:07:05.5880000Z</dcterms:modified>
</coreProperties>
</file>