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b9ad5c261f4d4a" /><Relationship Type="http://schemas.openxmlformats.org/officeDocument/2006/relationships/extended-properties" Target="/docProps/app.xml" Id="R4f942ba34e9448ac" /><Relationship Type="http://schemas.openxmlformats.org/officeDocument/2006/relationships/officeDocument" Target="/ppt/presentation.xml" Id="R1263da02bfa24a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b6265c0e16403d"/>
  </p:sldMasterIdLst>
  <p:notesMasterIdLst>
    <p:notesMasterId xmlns:r="http://schemas.openxmlformats.org/officeDocument/2006/relationships" r:id="R7dfb75fc235a4d45"/>
  </p:notesMasterIdLst>
  <p:sldIdLst>
    <p:sldId xmlns:r="http://schemas.openxmlformats.org/officeDocument/2006/relationships" id="256" r:id="R127a2995e86b4578"/>
    <p:sldId xmlns:r="http://schemas.openxmlformats.org/officeDocument/2006/relationships" id="257" r:id="R111a93b7a3bf4095"/>
    <p:sldId xmlns:r="http://schemas.openxmlformats.org/officeDocument/2006/relationships" id="258" r:id="R95266dc37fe841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c377f30ef445a3" /><Relationship Type="http://schemas.openxmlformats.org/officeDocument/2006/relationships/slideMaster" Target="/ppt/slideMasters/slideMaster1.xml" Id="Rddb6265c0e16403d" /><Relationship Type="http://schemas.openxmlformats.org/officeDocument/2006/relationships/notesMaster" Target="/ppt/notesMasters/notesMaster1.xml" Id="R7dfb75fc235a4d45" /><Relationship Type="http://schemas.openxmlformats.org/officeDocument/2006/relationships/presProps" Target="/ppt/presProps.xml" Id="R7163e7b26e6d4243" /><Relationship Type="http://schemas.openxmlformats.org/officeDocument/2006/relationships/tableStyles" Target="/ppt/tableStyles.xml" Id="Racffe95630e54118" /><Relationship Type="http://schemas.openxmlformats.org/officeDocument/2006/relationships/slide" Target="/ppt/slides/slide1.xml" Id="R127a2995e86b4578" /><Relationship Type="http://schemas.openxmlformats.org/officeDocument/2006/relationships/slide" Target="/ppt/slides/slide2.xml" Id="R111a93b7a3bf4095" /><Relationship Type="http://schemas.openxmlformats.org/officeDocument/2006/relationships/slide" Target="/ppt/slides/slide3.xml" Id="R95266dc37fe841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de853ec2a6425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f2403b5fb54e7f" /><Relationship Type="http://schemas.openxmlformats.org/officeDocument/2006/relationships/notesMaster" Target="/ppt/notesMasters/notesMaster1.xml" Id="Rdd15ac9061784a9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834bd3348d4ee4" /><Relationship Type="http://schemas.openxmlformats.org/officeDocument/2006/relationships/notesMaster" Target="/ppt/notesMasters/notesMaster1.xml" Id="R7108a6fb200a480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9246113b5e4cc6" /><Relationship Type="http://schemas.openxmlformats.org/officeDocument/2006/relationships/notesMaster" Target="/ppt/notesMasters/notesMaster1.xml" Id="R32fc70e8ca104a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サンプル企業の提案資料。サイト画面はscripts/proposal-samples/recruitment.htmlを撮影した現状・改善案。写真出典: Craig Lovelidge https://unsplash.com/photos/bV5dFLEYecM / Slidebean https://unsplash.com/photos/6MtJ-y1hzTs。実在の受注実績ではない。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サンプル企業の提案資料。サイト画面はscripts/proposal-samples/recruitment.htmlを撮影した現状・改善案。写真出典: Craig Lovelidge https://unsplash.com/photos/bV5dFLEYecM / Slidebean https://unsplash.com/photos/6MtJ-y1hzTs。実在の受注実績ではない。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サンプル企業の提案資料。サイト画面はscripts/proposal-samples/recruitment.htmlを撮影した現状・改善案。写真出典: Craig Lovelidge https://unsplash.com/photos/bV5dFLEYecM / Slidebean https://unsplash.com/photos/6MtJ-y1hzTs。実在の受注実績ではない。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9f7fc4b0ad430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47342393ff441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0d019cad5f4c2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e65265401945e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ab2bb76e2f448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37e89bcf22473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11497B-3CD4-4C8D-973D-36AA5A5CE0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4ECB6A0-41D9-4F3D-A5A1-3CC9CD367DE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A674ADF-55DB-4D5D-91A3-E8057D0939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F484A2A-DB5D-4EBE-8C98-5FC2F24949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45C0A09-D636-47DE-A1DB-8167B23AA4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FEDA38E-E144-4A8A-ACFD-C2B96CBDA1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2BA401F-D52C-4CDB-8B45-8E71D8A7AD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2EC7920-A6C4-449C-A18C-57E4AF8B173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D56190B-A994-4D3B-B72F-25C1CF204D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E8A7B3B-DDC1-4C05-8CD3-71BD17124D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35c8f56353401c" /><Relationship Type="http://schemas.openxmlformats.org/officeDocument/2006/relationships/slideLayout" Target="/ppt/slideLayouts/slideLayout1.xml" Id="R98b34953d3a0459b" /><Relationship Type="http://schemas.openxmlformats.org/officeDocument/2006/relationships/slideLayout" Target="/ppt/slideLayouts/slideLayout2.xml" Id="R511332a89f194e4a" /><Relationship Type="http://schemas.openxmlformats.org/officeDocument/2006/relationships/slideLayout" Target="/ppt/slideLayouts/slideLayout3.xml" Id="Ra04744cc4be34a11" /><Relationship Type="http://schemas.openxmlformats.org/officeDocument/2006/relationships/slideLayout" Target="/ppt/slideLayouts/slideLayout4.xml" Id="R114d3d7a08c648f9" /><Relationship Type="http://schemas.openxmlformats.org/officeDocument/2006/relationships/slideLayout" Target="/ppt/slideLayouts/slideLayout5.xml" Id="Rd67db628a48641b5" /><Relationship Type="http://schemas.openxmlformats.org/officeDocument/2006/relationships/slideLayout" Target="/ppt/slideLayouts/slideLayout6.xml" Id="R8be701adad9143e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b34953d3a0459b"/>
    <p:sldLayoutId xmlns:r="http://schemas.openxmlformats.org/officeDocument/2006/relationships" id="2147483650" r:id="R511332a89f194e4a"/>
    <p:sldLayoutId xmlns:r="http://schemas.openxmlformats.org/officeDocument/2006/relationships" id="2147483651" r:id="Ra04744cc4be34a11"/>
    <p:sldLayoutId xmlns:r="http://schemas.openxmlformats.org/officeDocument/2006/relationships" id="2147483652" r:id="R114d3d7a08c648f9"/>
    <p:sldLayoutId xmlns:r="http://schemas.openxmlformats.org/officeDocument/2006/relationships" id="2147483653" r:id="Rd67db628a48641b5"/>
    <p:sldLayoutId xmlns:r="http://schemas.openxmlformats.org/officeDocument/2006/relationships" id="2147483654" r:id="R8be701adad9143e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ec7a93fb7f4947" /><Relationship Type="http://schemas.openxmlformats.org/officeDocument/2006/relationships/image" Target="/ppt/media/image.jpeg" Id="Rf81af1677d104e58" /><Relationship Type="http://schemas.openxmlformats.org/officeDocument/2006/relationships/image" Target="/ppt/media/image2.jpeg" Id="R04f10db0b5d64b47" /><Relationship Type="http://schemas.openxmlformats.org/officeDocument/2006/relationships/notesSlide" Target="/ppt/notesSlides/notesSlide1.xml" Id="Rc913007081cc4b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3d00e1e359470c" /><Relationship Type="http://schemas.openxmlformats.org/officeDocument/2006/relationships/image" Target="/ppt/media/image3.jpeg" Id="R7f7a6532d4924712" /><Relationship Type="http://schemas.openxmlformats.org/officeDocument/2006/relationships/image" Target="/ppt/media/image4.jpeg" Id="R7d15338e2e5f4f72" /><Relationship Type="http://schemas.openxmlformats.org/officeDocument/2006/relationships/notesSlide" Target="/ppt/notesSlides/notesSlide2.xml" Id="R77ff39de5a0944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6f6cf1ec9b4c84" /><Relationship Type="http://schemas.openxmlformats.org/officeDocument/2006/relationships/image" Target="/ppt/media/image5.jpeg" Id="Rcd39b567291c46a8" /><Relationship Type="http://schemas.openxmlformats.org/officeDocument/2006/relationships/image" Target="/ppt/media/image6.jpeg" Id="Rd8656c04d2bd4880" /><Relationship Type="http://schemas.openxmlformats.org/officeDocument/2006/relationships/notesSlide" Target="/ppt/notesSlides/notesSlide3.xml" Id="R9dfd38db358140e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D4F8F4-F4A6-460F-AEE4-D589D1D71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rPr>
              <a:t>MIDORI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13654-6683-42B4-AE2F-85D1BD0E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6700"/>
            <a:ext cx="594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rPr>
              <a:t>こはるオフィス様　採用ページ改善のご提案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290393-5E14-4A8D-9281-90733073F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1525"/>
            <a:ext cx="11125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pPr>
            <a:r>
              <a: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rPr>
              <a:t>募集条件を、職種ごとに比べやすく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2E7F21-8CF1-4EA2-9ECC-8B11B958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rPr>
              <a:t>こはるオフィス様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C2E52F-51E0-4C1B-9DE3-A6A6EEFE3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29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rPr>
              <a:t>1 /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88C4C1-C62D-40CF-AB9C-2AA1F707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9542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rPr>
              <a:t>現状の課題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ADA890-AEC8-40A7-B2D3-41F3461DF0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1af1677d104e58"/>
          <a:stretch xmlns:a="http://schemas.openxmlformats.org/drawingml/2006/main"/>
        </p:blipFill>
        <p:spPr>
          <a:xfrm xmlns:a="http://schemas.openxmlformats.org/drawingml/2006/main">
            <a:off x="954344" y="1885950"/>
            <a:ext cx="4301613" cy="2667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AC5D0B-F630-4F87-93EC-410219C1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8630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rPr>
              <a:t>営業職と事務職の条件が長い文章に混在し、自分に合う募集を探しにくい状態です。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8C2FB7-7E9F-49F4-853D-2A614779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9542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rPr>
              <a:t>ご提案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F8C611-D985-43A0-8049-161A2CAD91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f10db0b5d64b47"/>
          <a:stretch xmlns:a="http://schemas.openxmlformats.org/drawingml/2006/main"/>
        </p:blipFill>
        <p:spPr>
          <a:xfrm xmlns:a="http://schemas.openxmlformats.org/drawingml/2006/main">
            <a:off x="6745544" y="1885950"/>
            <a:ext cx="4301613" cy="26670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9144F2-AFFA-4C3E-8EBC-5E986AB6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8630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rPr>
              <a:t>仕事内容・給与・勤務時間を職種ごとに並べ、条件を見比べられるようにします。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C4B540-B29A-4003-A534-CF1F0EF0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5787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pPr>
            <a:r>
              <a: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rPr>
              <a:t>募集要項を2職種に分けて掲載します。条件は最新の採用情報をご支給ください。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14635923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099011-DE04-4482-A1B0-595F56EB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rPr>
              <a:t>MIDORI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250387-DE55-4690-806D-42F29EC0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6700"/>
            <a:ext cx="594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rPr>
              <a:t>こはるオフィス様　採用ページ改善のご提案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E1421F-03FF-4C9D-96AD-C3C89BC3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1525"/>
            <a:ext cx="11125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pPr>
            <a:r>
              <a: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rPr>
              <a:t>入社後の一日が想像できる仕事紹介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E6EF8F-2A96-47C7-A221-34317D547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rPr>
              <a:t>こはるオフィス様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765AFF-EEA8-4DB2-B139-6798285F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29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rPr>
              <a:t>2 /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9C9DA8-C11E-4726-BC9A-679EEF74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9542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rPr>
              <a:t>現状の課題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468D42-E813-4061-8859-7F93904CEF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7a6532d4924712"/>
          <a:stretch xmlns:a="http://schemas.openxmlformats.org/drawingml/2006/main"/>
        </p:blipFill>
        <p:spPr>
          <a:xfrm xmlns:a="http://schemas.openxmlformats.org/drawingml/2006/main">
            <a:off x="954344" y="1885950"/>
            <a:ext cx="4301613" cy="2667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E9FC20-D0B3-4D81-91F8-FD1FCF6F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8630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rPr>
              <a:t>「営業業務全般」という説明だけでは、具体的に何をする仕事か分かりません。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6D3C0E-A21C-42BF-91EF-023275B9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9542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rPr>
              <a:t>ご提案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70BA77-F920-43F8-8090-7025A62D77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5338e2e5f4f72"/>
          <a:stretch xmlns:a="http://schemas.openxmlformats.org/drawingml/2006/main"/>
        </p:blipFill>
        <p:spPr>
          <a:xfrm xmlns:a="http://schemas.openxmlformats.org/drawingml/2006/main">
            <a:off x="6745544" y="1885950"/>
            <a:ext cx="4301613" cy="26670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244060-BE63-457A-8415-846C9FDC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8630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rPr>
              <a:t>出社から退社までの流れと、訪問・提案準備などの業務を写真付きで紹介します。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7700AA-A0BE-48DF-8FBB-3106F21BD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5787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pPr>
            <a:r>
              <a: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rPr>
              <a:t>営業職の「一日の流れ」を1ページ追加します。社員の原稿と写真をご支給ください。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17637422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8EC67B-8A9C-4D5B-8D47-24A67E0D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1">
                <a:solidFill>
                  <a:srgbClr val="315D50"/>
                </a:solidFill>
                <a:latin typeface="Noto Sans JP"/>
                <a:ea typeface="Noto Sans JP"/>
                <a:cs typeface="Noto Sans JP"/>
              </a:rPr>
              <a:t>MIDORI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427555-1E5B-461B-903E-278FB4E1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6700"/>
            <a:ext cx="594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pPr>
            <a:r>
              <a:rPr sz="135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rPr>
              <a:t>こはるオフィス様　採用ページ改善のご提案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68BF2D-8C35-42C4-842E-FEA92F8E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1525"/>
            <a:ext cx="11125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pPr>
            <a:r>
              <a:rPr sz="2850" b="1">
                <a:solidFill>
                  <a:srgbClr val="20384D"/>
                </a:solidFill>
                <a:latin typeface="Noto Sans JP"/>
                <a:ea typeface="Noto Sans JP"/>
                <a:cs typeface="Noto Sans JP"/>
              </a:rPr>
              <a:t>初回の応募は、連絡に必要な項目だけに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DBE234-C343-499B-B991-4C73CCC4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rPr>
              <a:t>こはるオフィス様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8F91D1-FBA0-42D3-A117-DD69FDF46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29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68777D"/>
                </a:solidFill>
                <a:latin typeface="Noto Sans JP"/>
                <a:ea typeface="Noto Sans JP"/>
                <a:cs typeface="Noto Sans JP"/>
              </a:rPr>
              <a:t>3 /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7F12ED-51AC-4C1F-BDB3-662410F7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9542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1">
                <a:solidFill>
                  <a:srgbClr val="765949"/>
                </a:solidFill>
                <a:latin typeface="Noto Sans JP"/>
                <a:ea typeface="Noto Sans JP"/>
                <a:cs typeface="Noto Sans JP"/>
              </a:rPr>
              <a:t>現状の課題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0A0142-B714-4D59-8FB2-2EBC5DBD4C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39b567291c46a8"/>
          <a:stretch xmlns:a="http://schemas.openxmlformats.org/drawingml/2006/main"/>
        </p:blipFill>
        <p:spPr>
          <a:xfrm xmlns:a="http://schemas.openxmlformats.org/drawingml/2006/main">
            <a:off x="954344" y="1885950"/>
            <a:ext cx="4301613" cy="2667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432B19-67E6-4BBB-8060-9EF136AF5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8630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rPr>
              <a:t>応募時に職歴の詳しい入力と履歴書の添付が必須で、すぐには申し込めません。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84D2D3-DDAA-4977-9339-3DCEC3FC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49542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pPr>
            <a:r>
              <a:rPr sz="1875" b="1">
                <a:solidFill>
                  <a:srgbClr val="315D50"/>
                </a:solidFill>
                <a:latin typeface="Noto Sans JP"/>
                <a:ea typeface="Noto Sans JP"/>
                <a:cs typeface="Noto Sans JP"/>
              </a:rPr>
              <a:t>ご提案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015489-36C6-4A0B-AC66-C013CE36A6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56c04d2bd4880"/>
          <a:stretch xmlns:a="http://schemas.openxmlformats.org/drawingml/2006/main"/>
        </p:blipFill>
        <p:spPr>
          <a:xfrm xmlns:a="http://schemas.openxmlformats.org/drawingml/2006/main">
            <a:off x="6745544" y="1885950"/>
            <a:ext cx="4301613" cy="26670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C70F95-3BBB-462C-85C5-690C26BD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8630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20384D"/>
                </a:solidFill>
                <a:latin typeface="Noto Sans JP"/>
                <a:ea typeface="Noto Sans JP"/>
                <a:cs typeface="Noto Sans JP"/>
              </a:rPr>
              <a:t>氏名・連絡先・希望職種で応募できるようにし、履歴書は面談前の提出に変えます。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7FB7B-6037-46F9-B90C-B33922ED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57875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defPPr>
            <a:lvl1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1pPr>
            <a:lvl2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2pPr>
            <a:lvl3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3pPr>
            <a:lvl4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4pPr>
            <a:lvl5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5pPr>
            <a:lvl6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6pPr>
            <a:lvl7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7pPr>
            <a:lvl8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8pPr>
            <a:lvl9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defRPr>
            </a:pPr>
            <a:r>
              <a:rPr sz="1500" b="0">
                <a:solidFill>
                  <a:srgbClr val="315D50"/>
                </a:solidFill>
                <a:latin typeface="Noto Sans JP"/>
                <a:ea typeface="Noto Sans JP"/>
                <a:cs typeface="Noto Sans JP"/>
              </a:rPr>
              <a:t>既存応募フォームの必須項目と案内文を変更します。書類提出の方法は別途確認します。</a:t>
            </a:r>
          </a:p>
        </p:txBody>
      </p:sp>
    </p:spTree>
    <p:extLst>
      <p:ext uri="{BB962C8B-B14F-4D97-AF65-F5344CB8AC3E}">
        <p14:creationId xmlns:p14="http://schemas.microsoft.com/office/powerpoint/2010/main" val="20720039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2026-10-23T05:21:24.6640000Z</dcterms:created>
  <dcterms:modified xsi:type="dcterms:W3CDTF">2026-10-23T05:21:24.6640000Z</dcterms:modified>
</coreProperties>
</file>